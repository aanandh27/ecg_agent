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9" r:id="rId3"/>
    <p:sldId id="260" r:id="rId4"/>
    <p:sldId id="261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70" autoAdjust="0"/>
    <p:restoredTop sz="94700"/>
  </p:normalViewPr>
  <p:slideViewPr>
    <p:cSldViewPr>
      <p:cViewPr varScale="1">
        <p:scale>
          <a:sx n="106" d="100"/>
          <a:sy n="106" d="100"/>
        </p:scale>
        <p:origin x="552" y="1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738B29-A38E-7C49-9F29-C37998DA2824}" type="doc">
      <dgm:prSet loTypeId="urn:microsoft.com/office/officeart/2005/8/layout/hProcess6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97390BA5-480E-1548-A8DF-704386408902}">
      <dgm:prSet phldrT="[Text]"/>
      <dgm:spPr/>
      <dgm:t>
        <a:bodyPr/>
        <a:lstStyle/>
        <a:p>
          <a:r>
            <a:rPr lang="en-GB" dirty="0"/>
            <a:t>1</a:t>
          </a:r>
        </a:p>
      </dgm:t>
    </dgm:pt>
    <dgm:pt modelId="{2A7592C9-4CA4-964D-87C1-775E78A0128F}" type="parTrans" cxnId="{0CF8E13B-51AE-4D4A-A4F8-7974C2F6F065}">
      <dgm:prSet/>
      <dgm:spPr/>
      <dgm:t>
        <a:bodyPr/>
        <a:lstStyle/>
        <a:p>
          <a:endParaRPr lang="en-GB"/>
        </a:p>
      </dgm:t>
    </dgm:pt>
    <dgm:pt modelId="{EEF23844-7655-B04C-9CA1-7EEBDFC1D097}" type="sibTrans" cxnId="{0CF8E13B-51AE-4D4A-A4F8-7974C2F6F065}">
      <dgm:prSet/>
      <dgm:spPr/>
      <dgm:t>
        <a:bodyPr/>
        <a:lstStyle/>
        <a:p>
          <a:endParaRPr lang="en-GB"/>
        </a:p>
      </dgm:t>
    </dgm:pt>
    <dgm:pt modelId="{6587B340-B1EC-0F46-84E6-D46CF8335D5A}">
      <dgm:prSet phldrT="[Text]"/>
      <dgm:spPr/>
      <dgm:t>
        <a:bodyPr/>
        <a:lstStyle/>
        <a:p>
          <a:r>
            <a:rPr lang="en-GB" dirty="0"/>
            <a:t>UPLOAD</a:t>
          </a:r>
        </a:p>
      </dgm:t>
    </dgm:pt>
    <dgm:pt modelId="{37A08D9B-B1E1-BA41-8629-7A88CC36CAF9}" type="parTrans" cxnId="{DA833CFA-8BB6-5642-8EAB-783E5378C0F5}">
      <dgm:prSet/>
      <dgm:spPr/>
      <dgm:t>
        <a:bodyPr/>
        <a:lstStyle/>
        <a:p>
          <a:endParaRPr lang="en-GB"/>
        </a:p>
      </dgm:t>
    </dgm:pt>
    <dgm:pt modelId="{22DC7C2C-96D1-B84B-BE43-D7BD17A86795}" type="sibTrans" cxnId="{DA833CFA-8BB6-5642-8EAB-783E5378C0F5}">
      <dgm:prSet/>
      <dgm:spPr/>
      <dgm:t>
        <a:bodyPr/>
        <a:lstStyle/>
        <a:p>
          <a:endParaRPr lang="en-GB"/>
        </a:p>
      </dgm:t>
    </dgm:pt>
    <dgm:pt modelId="{117B61D7-64A6-B643-8985-7E9DBE6F9EE5}">
      <dgm:prSet phldrT="[Text]"/>
      <dgm:spPr/>
      <dgm:t>
        <a:bodyPr/>
        <a:lstStyle/>
        <a:p>
          <a:r>
            <a:rPr lang="en-GB" dirty="0"/>
            <a:t>2</a:t>
          </a:r>
        </a:p>
      </dgm:t>
    </dgm:pt>
    <dgm:pt modelId="{5711A08A-9368-EC41-9B80-7B39F078F02E}" type="parTrans" cxnId="{64B9DA78-641B-9048-A478-88466D3493B5}">
      <dgm:prSet/>
      <dgm:spPr/>
      <dgm:t>
        <a:bodyPr/>
        <a:lstStyle/>
        <a:p>
          <a:endParaRPr lang="en-GB"/>
        </a:p>
      </dgm:t>
    </dgm:pt>
    <dgm:pt modelId="{39BDE9DC-48BE-B040-BFD7-079ED3349A91}" type="sibTrans" cxnId="{64B9DA78-641B-9048-A478-88466D3493B5}">
      <dgm:prSet/>
      <dgm:spPr/>
      <dgm:t>
        <a:bodyPr/>
        <a:lstStyle/>
        <a:p>
          <a:endParaRPr lang="en-GB"/>
        </a:p>
      </dgm:t>
    </dgm:pt>
    <dgm:pt modelId="{BEE2F28B-312F-3F45-960C-C31DDA7733BA}">
      <dgm:prSet phldrT="[Text]"/>
      <dgm:spPr/>
      <dgm:t>
        <a:bodyPr/>
        <a:lstStyle/>
        <a:p>
          <a:r>
            <a:rPr lang="en-GB" dirty="0"/>
            <a:t>EXTRACT</a:t>
          </a:r>
        </a:p>
      </dgm:t>
    </dgm:pt>
    <dgm:pt modelId="{C80B9462-AAC5-E349-AFE9-A2BB473ED7C4}" type="parTrans" cxnId="{E86E01A9-EE0B-4E43-AD52-B8F3CC9C9286}">
      <dgm:prSet/>
      <dgm:spPr/>
      <dgm:t>
        <a:bodyPr/>
        <a:lstStyle/>
        <a:p>
          <a:endParaRPr lang="en-GB"/>
        </a:p>
      </dgm:t>
    </dgm:pt>
    <dgm:pt modelId="{AC27E0F2-DDED-0141-825B-1751E6D44A8E}" type="sibTrans" cxnId="{E86E01A9-EE0B-4E43-AD52-B8F3CC9C9286}">
      <dgm:prSet/>
      <dgm:spPr/>
      <dgm:t>
        <a:bodyPr/>
        <a:lstStyle/>
        <a:p>
          <a:endParaRPr lang="en-GB"/>
        </a:p>
      </dgm:t>
    </dgm:pt>
    <dgm:pt modelId="{8D4426E8-AB33-0F4F-8360-11A55F6E992C}">
      <dgm:prSet phldrT="[Text]"/>
      <dgm:spPr/>
      <dgm:t>
        <a:bodyPr/>
        <a:lstStyle/>
        <a:p>
          <a:r>
            <a:rPr lang="en-GB" dirty="0" err="1"/>
            <a:t>PyMuPDF</a:t>
          </a:r>
          <a:r>
            <a:rPr lang="en-GB" dirty="0"/>
            <a:t> Converts to High-res PNG</a:t>
          </a:r>
        </a:p>
      </dgm:t>
    </dgm:pt>
    <dgm:pt modelId="{E0D0F3E8-8EAE-584C-845F-B5DFE7D9FE2A}" type="parTrans" cxnId="{07F0FBD1-4966-CA4A-81DB-B1A6F439557D}">
      <dgm:prSet/>
      <dgm:spPr/>
      <dgm:t>
        <a:bodyPr/>
        <a:lstStyle/>
        <a:p>
          <a:endParaRPr lang="en-GB"/>
        </a:p>
      </dgm:t>
    </dgm:pt>
    <dgm:pt modelId="{97CD664A-182A-BB4E-8DA9-7CA82C6BFC16}" type="sibTrans" cxnId="{07F0FBD1-4966-CA4A-81DB-B1A6F439557D}">
      <dgm:prSet/>
      <dgm:spPr/>
      <dgm:t>
        <a:bodyPr/>
        <a:lstStyle/>
        <a:p>
          <a:endParaRPr lang="en-GB"/>
        </a:p>
      </dgm:t>
    </dgm:pt>
    <dgm:pt modelId="{D129CDE3-B6E6-A640-A644-8E1EA906797D}">
      <dgm:prSet phldrT="[Text]"/>
      <dgm:spPr/>
      <dgm:t>
        <a:bodyPr/>
        <a:lstStyle/>
        <a:p>
          <a:r>
            <a:rPr lang="en-GB" dirty="0"/>
            <a:t>3</a:t>
          </a:r>
        </a:p>
      </dgm:t>
    </dgm:pt>
    <dgm:pt modelId="{7DD25223-F10D-F043-9864-40247A3CE37D}" type="parTrans" cxnId="{6E64962B-F264-A54B-BDDF-DE64FB6CB474}">
      <dgm:prSet/>
      <dgm:spPr/>
      <dgm:t>
        <a:bodyPr/>
        <a:lstStyle/>
        <a:p>
          <a:endParaRPr lang="en-GB"/>
        </a:p>
      </dgm:t>
    </dgm:pt>
    <dgm:pt modelId="{92F1BF46-099B-4342-AF5C-6CBBCBB801A5}" type="sibTrans" cxnId="{6E64962B-F264-A54B-BDDF-DE64FB6CB474}">
      <dgm:prSet/>
      <dgm:spPr/>
      <dgm:t>
        <a:bodyPr/>
        <a:lstStyle/>
        <a:p>
          <a:endParaRPr lang="en-GB"/>
        </a:p>
      </dgm:t>
    </dgm:pt>
    <dgm:pt modelId="{DA84E7DA-BB96-2A43-B5D5-24C321E7C2E1}">
      <dgm:prSet phldrT="[Text]"/>
      <dgm:spPr/>
      <dgm:t>
        <a:bodyPr/>
        <a:lstStyle/>
        <a:p>
          <a:r>
            <a:rPr lang="en-GB" dirty="0"/>
            <a:t>Analyse</a:t>
          </a:r>
        </a:p>
      </dgm:t>
    </dgm:pt>
    <dgm:pt modelId="{9DBF686A-D755-AB48-8D40-05A15B3F2E65}" type="parTrans" cxnId="{2881462F-E4D2-AB4F-94CE-AB3152A0965C}">
      <dgm:prSet/>
      <dgm:spPr/>
      <dgm:t>
        <a:bodyPr/>
        <a:lstStyle/>
        <a:p>
          <a:endParaRPr lang="en-GB"/>
        </a:p>
      </dgm:t>
    </dgm:pt>
    <dgm:pt modelId="{BC0BD9C3-2603-9F4A-9985-1C49D704D8D4}" type="sibTrans" cxnId="{2881462F-E4D2-AB4F-94CE-AB3152A0965C}">
      <dgm:prSet/>
      <dgm:spPr/>
      <dgm:t>
        <a:bodyPr/>
        <a:lstStyle/>
        <a:p>
          <a:endParaRPr lang="en-GB"/>
        </a:p>
      </dgm:t>
    </dgm:pt>
    <dgm:pt modelId="{D99FC7CF-30C9-F34F-9650-60548137490D}">
      <dgm:prSet phldrT="[Text]"/>
      <dgm:spPr/>
      <dgm:t>
        <a:bodyPr/>
        <a:lstStyle/>
        <a:p>
          <a:r>
            <a:rPr lang="en-GB" dirty="0"/>
            <a:t>Gemini reads test and wave forms</a:t>
          </a:r>
        </a:p>
      </dgm:t>
    </dgm:pt>
    <dgm:pt modelId="{8764AEEA-64BB-254A-9A0A-E23F67702497}" type="parTrans" cxnId="{E664C347-D4C2-E84D-A2C7-57CF1A2526D1}">
      <dgm:prSet/>
      <dgm:spPr/>
      <dgm:t>
        <a:bodyPr/>
        <a:lstStyle/>
        <a:p>
          <a:endParaRPr lang="en-GB"/>
        </a:p>
      </dgm:t>
    </dgm:pt>
    <dgm:pt modelId="{40131F01-DC09-4141-B18E-4123263277FD}" type="sibTrans" cxnId="{E664C347-D4C2-E84D-A2C7-57CF1A2526D1}">
      <dgm:prSet/>
      <dgm:spPr/>
      <dgm:t>
        <a:bodyPr/>
        <a:lstStyle/>
        <a:p>
          <a:endParaRPr lang="en-GB"/>
        </a:p>
      </dgm:t>
    </dgm:pt>
    <dgm:pt modelId="{91131B18-F19C-2A4E-AE1A-BDBED4C4AE5D}">
      <dgm:prSet phldrT="[Text]"/>
      <dgm:spPr/>
      <dgm:t>
        <a:bodyPr/>
        <a:lstStyle/>
        <a:p>
          <a:r>
            <a:rPr lang="en-GB" dirty="0"/>
            <a:t>Uploading ECG PDF</a:t>
          </a:r>
        </a:p>
      </dgm:t>
    </dgm:pt>
    <dgm:pt modelId="{A63AC24C-B452-2344-BCB2-CD9CFCC179F1}" type="parTrans" cxnId="{3351D038-B048-C04C-9084-AE3D1120C057}">
      <dgm:prSet/>
      <dgm:spPr/>
      <dgm:t>
        <a:bodyPr/>
        <a:lstStyle/>
        <a:p>
          <a:endParaRPr lang="en-GB"/>
        </a:p>
      </dgm:t>
    </dgm:pt>
    <dgm:pt modelId="{2613C365-81A4-4A4B-A421-00495BC17D12}" type="sibTrans" cxnId="{3351D038-B048-C04C-9084-AE3D1120C057}">
      <dgm:prSet/>
      <dgm:spPr/>
      <dgm:t>
        <a:bodyPr/>
        <a:lstStyle/>
        <a:p>
          <a:endParaRPr lang="en-GB"/>
        </a:p>
      </dgm:t>
    </dgm:pt>
    <dgm:pt modelId="{42F38C6A-3694-094F-B000-AF78039119DE}">
      <dgm:prSet/>
      <dgm:spPr/>
      <dgm:t>
        <a:bodyPr/>
        <a:lstStyle/>
        <a:p>
          <a:r>
            <a:rPr lang="en-GB" dirty="0"/>
            <a:t>4</a:t>
          </a:r>
        </a:p>
      </dgm:t>
    </dgm:pt>
    <dgm:pt modelId="{C4015BF6-888E-CB4F-86A3-40257125B78E}" type="parTrans" cxnId="{E9E20C91-1D91-1549-A739-EB0E21391EA0}">
      <dgm:prSet/>
      <dgm:spPr/>
      <dgm:t>
        <a:bodyPr/>
        <a:lstStyle/>
        <a:p>
          <a:endParaRPr lang="en-GB"/>
        </a:p>
      </dgm:t>
    </dgm:pt>
    <dgm:pt modelId="{F8F6E7B9-AB98-9342-99A0-7A852C5E6673}" type="sibTrans" cxnId="{E9E20C91-1D91-1549-A739-EB0E21391EA0}">
      <dgm:prSet/>
      <dgm:spPr/>
      <dgm:t>
        <a:bodyPr/>
        <a:lstStyle/>
        <a:p>
          <a:endParaRPr lang="en-GB"/>
        </a:p>
      </dgm:t>
    </dgm:pt>
    <dgm:pt modelId="{15E0263A-44BE-1447-8FDD-C3EC21F6B6B8}">
      <dgm:prSet/>
      <dgm:spPr/>
      <dgm:t>
        <a:bodyPr/>
        <a:lstStyle/>
        <a:p>
          <a:r>
            <a:rPr lang="en-GB" dirty="0"/>
            <a:t>Range checks on all parameters</a:t>
          </a:r>
        </a:p>
      </dgm:t>
    </dgm:pt>
    <dgm:pt modelId="{56F10EA5-9311-5A45-ADB1-12963B4E91A5}" type="parTrans" cxnId="{54FA387C-DDF4-CB42-91B3-3A125D733C05}">
      <dgm:prSet/>
      <dgm:spPr/>
      <dgm:t>
        <a:bodyPr/>
        <a:lstStyle/>
        <a:p>
          <a:endParaRPr lang="en-GB"/>
        </a:p>
      </dgm:t>
    </dgm:pt>
    <dgm:pt modelId="{D98B4778-8B76-F743-B92B-0A238533813B}" type="sibTrans" cxnId="{54FA387C-DDF4-CB42-91B3-3A125D733C05}">
      <dgm:prSet/>
      <dgm:spPr/>
      <dgm:t>
        <a:bodyPr/>
        <a:lstStyle/>
        <a:p>
          <a:endParaRPr lang="en-GB"/>
        </a:p>
      </dgm:t>
    </dgm:pt>
    <dgm:pt modelId="{507E4EDB-DA51-8B41-A3D4-99A697E6B9D8}">
      <dgm:prSet/>
      <dgm:spPr/>
      <dgm:t>
        <a:bodyPr/>
        <a:lstStyle/>
        <a:p>
          <a:r>
            <a:rPr lang="en-GB" dirty="0"/>
            <a:t>VALIDATE</a:t>
          </a:r>
        </a:p>
      </dgm:t>
    </dgm:pt>
    <dgm:pt modelId="{E453342B-2C91-054C-80C8-33F97BB852E0}" type="parTrans" cxnId="{6B69347E-BAF4-3746-AD6C-E2259C6C814A}">
      <dgm:prSet/>
      <dgm:spPr/>
      <dgm:t>
        <a:bodyPr/>
        <a:lstStyle/>
        <a:p>
          <a:endParaRPr lang="en-GB"/>
        </a:p>
      </dgm:t>
    </dgm:pt>
    <dgm:pt modelId="{46AA12B8-D0BA-EE40-8A01-7E17E18B21CA}" type="sibTrans" cxnId="{6B69347E-BAF4-3746-AD6C-E2259C6C814A}">
      <dgm:prSet/>
      <dgm:spPr/>
      <dgm:t>
        <a:bodyPr/>
        <a:lstStyle/>
        <a:p>
          <a:endParaRPr lang="en-GB"/>
        </a:p>
      </dgm:t>
    </dgm:pt>
    <dgm:pt modelId="{E28D037B-68A9-5A41-A632-B144424F465C}">
      <dgm:prSet/>
      <dgm:spPr/>
      <dgm:t>
        <a:bodyPr/>
        <a:lstStyle/>
        <a:p>
          <a:r>
            <a:rPr lang="en-GB" dirty="0"/>
            <a:t>5</a:t>
          </a:r>
        </a:p>
      </dgm:t>
    </dgm:pt>
    <dgm:pt modelId="{1B85DD76-4120-D84B-91BD-EB297EEE4210}" type="parTrans" cxnId="{440CB8F5-CA7E-224A-ADAB-462561177642}">
      <dgm:prSet/>
      <dgm:spPr/>
      <dgm:t>
        <a:bodyPr/>
        <a:lstStyle/>
        <a:p>
          <a:endParaRPr lang="en-GB"/>
        </a:p>
      </dgm:t>
    </dgm:pt>
    <dgm:pt modelId="{424D4F2C-AF8E-1D45-9A7B-FDC65E8B2203}" type="sibTrans" cxnId="{440CB8F5-CA7E-224A-ADAB-462561177642}">
      <dgm:prSet/>
      <dgm:spPr/>
      <dgm:t>
        <a:bodyPr/>
        <a:lstStyle/>
        <a:p>
          <a:endParaRPr lang="en-GB"/>
        </a:p>
      </dgm:t>
    </dgm:pt>
    <dgm:pt modelId="{3EB53562-E182-B746-9333-07EACB5D937A}">
      <dgm:prSet/>
      <dgm:spPr/>
      <dgm:t>
        <a:bodyPr/>
        <a:lstStyle/>
        <a:p>
          <a:r>
            <a:rPr lang="en-GB" dirty="0"/>
            <a:t>DISPLAY</a:t>
          </a:r>
        </a:p>
      </dgm:t>
    </dgm:pt>
    <dgm:pt modelId="{FF0F0DF8-F050-AC46-8843-749B3316ADF9}" type="parTrans" cxnId="{CA2F8CE4-8C50-2843-8270-A066AFAEB634}">
      <dgm:prSet/>
      <dgm:spPr/>
      <dgm:t>
        <a:bodyPr/>
        <a:lstStyle/>
        <a:p>
          <a:endParaRPr lang="en-GB"/>
        </a:p>
      </dgm:t>
    </dgm:pt>
    <dgm:pt modelId="{5D8AAAC6-1ED9-0548-B0E3-DECEBF66BDD5}" type="sibTrans" cxnId="{CA2F8CE4-8C50-2843-8270-A066AFAEB634}">
      <dgm:prSet/>
      <dgm:spPr/>
      <dgm:t>
        <a:bodyPr/>
        <a:lstStyle/>
        <a:p>
          <a:endParaRPr lang="en-GB"/>
        </a:p>
      </dgm:t>
    </dgm:pt>
    <dgm:pt modelId="{F9D32CDD-3FF7-B74B-B38A-879862F0B688}">
      <dgm:prSet/>
      <dgm:spPr/>
      <dgm:t>
        <a:bodyPr/>
        <a:lstStyle/>
        <a:p>
          <a:r>
            <a:rPr lang="en-GB" dirty="0"/>
            <a:t>Findings and risk score shown</a:t>
          </a:r>
        </a:p>
      </dgm:t>
    </dgm:pt>
    <dgm:pt modelId="{D382F177-B840-0945-A5E5-047300BFF011}" type="parTrans" cxnId="{58825AE2-82A2-7242-BA42-5FC542738A9D}">
      <dgm:prSet/>
      <dgm:spPr/>
      <dgm:t>
        <a:bodyPr/>
        <a:lstStyle/>
        <a:p>
          <a:endParaRPr lang="en-GB"/>
        </a:p>
      </dgm:t>
    </dgm:pt>
    <dgm:pt modelId="{03441FCB-6F36-E543-98FB-823B7E091F00}" type="sibTrans" cxnId="{58825AE2-82A2-7242-BA42-5FC542738A9D}">
      <dgm:prSet/>
      <dgm:spPr/>
      <dgm:t>
        <a:bodyPr/>
        <a:lstStyle/>
        <a:p>
          <a:endParaRPr lang="en-GB"/>
        </a:p>
      </dgm:t>
    </dgm:pt>
    <dgm:pt modelId="{3F3B7E79-E4AE-8940-9A08-A5E832B12DE9}" type="pres">
      <dgm:prSet presAssocID="{9A738B29-A38E-7C49-9F29-C37998DA2824}" presName="theList" presStyleCnt="0">
        <dgm:presLayoutVars>
          <dgm:dir/>
          <dgm:animLvl val="lvl"/>
          <dgm:resizeHandles val="exact"/>
        </dgm:presLayoutVars>
      </dgm:prSet>
      <dgm:spPr/>
    </dgm:pt>
    <dgm:pt modelId="{1B497B85-24D2-FB48-86B6-73ED230863F7}" type="pres">
      <dgm:prSet presAssocID="{97390BA5-480E-1548-A8DF-704386408902}" presName="compNode" presStyleCnt="0"/>
      <dgm:spPr/>
    </dgm:pt>
    <dgm:pt modelId="{758F8607-19B0-6745-A073-5511D6254C8A}" type="pres">
      <dgm:prSet presAssocID="{97390BA5-480E-1548-A8DF-704386408902}" presName="noGeometry" presStyleCnt="0"/>
      <dgm:spPr/>
    </dgm:pt>
    <dgm:pt modelId="{8C2C5078-55DD-B545-8773-2FD3ABEB64EC}" type="pres">
      <dgm:prSet presAssocID="{97390BA5-480E-1548-A8DF-704386408902}" presName="childTextVisible" presStyleLbl="bgAccFollowNode1" presStyleIdx="0" presStyleCnt="5">
        <dgm:presLayoutVars>
          <dgm:bulletEnabled val="1"/>
        </dgm:presLayoutVars>
      </dgm:prSet>
      <dgm:spPr/>
    </dgm:pt>
    <dgm:pt modelId="{787D2837-8ACD-534B-82CC-05DCD74F21E7}" type="pres">
      <dgm:prSet presAssocID="{97390BA5-480E-1548-A8DF-704386408902}" presName="childTextHidden" presStyleLbl="bgAccFollowNode1" presStyleIdx="0" presStyleCnt="5"/>
      <dgm:spPr/>
    </dgm:pt>
    <dgm:pt modelId="{2DC5D883-C197-B74F-B6CF-66C0A0049FC3}" type="pres">
      <dgm:prSet presAssocID="{97390BA5-480E-1548-A8DF-70438640890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886A951-3AE6-9F4B-823E-8C96E26CB597}" type="pres">
      <dgm:prSet presAssocID="{97390BA5-480E-1548-A8DF-704386408902}" presName="aSpace" presStyleCnt="0"/>
      <dgm:spPr/>
    </dgm:pt>
    <dgm:pt modelId="{F2286F50-9912-284D-B936-65F99F801189}" type="pres">
      <dgm:prSet presAssocID="{117B61D7-64A6-B643-8985-7E9DBE6F9EE5}" presName="compNode" presStyleCnt="0"/>
      <dgm:spPr/>
    </dgm:pt>
    <dgm:pt modelId="{36510193-2716-434A-A493-D365A3047515}" type="pres">
      <dgm:prSet presAssocID="{117B61D7-64A6-B643-8985-7E9DBE6F9EE5}" presName="noGeometry" presStyleCnt="0"/>
      <dgm:spPr/>
    </dgm:pt>
    <dgm:pt modelId="{3AD32B6F-C09C-E94C-A381-9005E5DF8711}" type="pres">
      <dgm:prSet presAssocID="{117B61D7-64A6-B643-8985-7E9DBE6F9EE5}" presName="childTextVisible" presStyleLbl="bgAccFollowNode1" presStyleIdx="1" presStyleCnt="5">
        <dgm:presLayoutVars>
          <dgm:bulletEnabled val="1"/>
        </dgm:presLayoutVars>
      </dgm:prSet>
      <dgm:spPr/>
    </dgm:pt>
    <dgm:pt modelId="{E7AD0327-7B20-124E-B55C-872A00D3DE02}" type="pres">
      <dgm:prSet presAssocID="{117B61D7-64A6-B643-8985-7E9DBE6F9EE5}" presName="childTextHidden" presStyleLbl="bgAccFollowNode1" presStyleIdx="1" presStyleCnt="5"/>
      <dgm:spPr/>
    </dgm:pt>
    <dgm:pt modelId="{46323D4D-ACE0-E948-9FB9-F3CFDDC822AD}" type="pres">
      <dgm:prSet presAssocID="{117B61D7-64A6-B643-8985-7E9DBE6F9EE5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AAFF6653-1291-E247-AD33-73C91E7B457E}" type="pres">
      <dgm:prSet presAssocID="{117B61D7-64A6-B643-8985-7E9DBE6F9EE5}" presName="aSpace" presStyleCnt="0"/>
      <dgm:spPr/>
    </dgm:pt>
    <dgm:pt modelId="{EA72BF65-5915-7745-B81D-9179A1407F5D}" type="pres">
      <dgm:prSet presAssocID="{D129CDE3-B6E6-A640-A644-8E1EA906797D}" presName="compNode" presStyleCnt="0"/>
      <dgm:spPr/>
    </dgm:pt>
    <dgm:pt modelId="{161FE070-CEAD-9C4E-8D4C-7D6AB49E04AA}" type="pres">
      <dgm:prSet presAssocID="{D129CDE3-B6E6-A640-A644-8E1EA906797D}" presName="noGeometry" presStyleCnt="0"/>
      <dgm:spPr/>
    </dgm:pt>
    <dgm:pt modelId="{355775CD-03A8-0140-8D16-C893D360F0E1}" type="pres">
      <dgm:prSet presAssocID="{D129CDE3-B6E6-A640-A644-8E1EA906797D}" presName="childTextVisible" presStyleLbl="bgAccFollowNode1" presStyleIdx="2" presStyleCnt="5">
        <dgm:presLayoutVars>
          <dgm:bulletEnabled val="1"/>
        </dgm:presLayoutVars>
      </dgm:prSet>
      <dgm:spPr/>
    </dgm:pt>
    <dgm:pt modelId="{1C973C4A-5FA2-3649-ADC1-F39EC6E9FC7C}" type="pres">
      <dgm:prSet presAssocID="{D129CDE3-B6E6-A640-A644-8E1EA906797D}" presName="childTextHidden" presStyleLbl="bgAccFollowNode1" presStyleIdx="2" presStyleCnt="5"/>
      <dgm:spPr/>
    </dgm:pt>
    <dgm:pt modelId="{52536899-4601-734D-B2B6-8B980F70A08A}" type="pres">
      <dgm:prSet presAssocID="{D129CDE3-B6E6-A640-A644-8E1EA906797D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E97EB04F-2A96-4444-965F-2997B8FF16FE}" type="pres">
      <dgm:prSet presAssocID="{D129CDE3-B6E6-A640-A644-8E1EA906797D}" presName="aSpace" presStyleCnt="0"/>
      <dgm:spPr/>
    </dgm:pt>
    <dgm:pt modelId="{517DF1A2-2999-F740-B67C-BF40500E8D0E}" type="pres">
      <dgm:prSet presAssocID="{42F38C6A-3694-094F-B000-AF78039119DE}" presName="compNode" presStyleCnt="0"/>
      <dgm:spPr/>
    </dgm:pt>
    <dgm:pt modelId="{6E444898-2AAE-C74C-98E9-EA6F628E27B1}" type="pres">
      <dgm:prSet presAssocID="{42F38C6A-3694-094F-B000-AF78039119DE}" presName="noGeometry" presStyleCnt="0"/>
      <dgm:spPr/>
    </dgm:pt>
    <dgm:pt modelId="{7F232078-DF60-7343-9D9C-1D407A1D99D0}" type="pres">
      <dgm:prSet presAssocID="{42F38C6A-3694-094F-B000-AF78039119DE}" presName="childTextVisible" presStyleLbl="bgAccFollowNode1" presStyleIdx="3" presStyleCnt="5">
        <dgm:presLayoutVars>
          <dgm:bulletEnabled val="1"/>
        </dgm:presLayoutVars>
      </dgm:prSet>
      <dgm:spPr/>
    </dgm:pt>
    <dgm:pt modelId="{2629A325-FE5F-7749-AC25-12FB5E5EFF08}" type="pres">
      <dgm:prSet presAssocID="{42F38C6A-3694-094F-B000-AF78039119DE}" presName="childTextHidden" presStyleLbl="bgAccFollowNode1" presStyleIdx="3" presStyleCnt="5"/>
      <dgm:spPr/>
    </dgm:pt>
    <dgm:pt modelId="{5E85FA10-512E-374D-9930-2A1A96C3101F}" type="pres">
      <dgm:prSet presAssocID="{42F38C6A-3694-094F-B000-AF78039119DE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3DE6A15B-0E33-8740-A11F-D2E305BFC561}" type="pres">
      <dgm:prSet presAssocID="{42F38C6A-3694-094F-B000-AF78039119DE}" presName="aSpace" presStyleCnt="0"/>
      <dgm:spPr/>
    </dgm:pt>
    <dgm:pt modelId="{97ED9FD9-B92C-D847-BC26-7DF019B91431}" type="pres">
      <dgm:prSet presAssocID="{E28D037B-68A9-5A41-A632-B144424F465C}" presName="compNode" presStyleCnt="0"/>
      <dgm:spPr/>
    </dgm:pt>
    <dgm:pt modelId="{ED3ED63C-5AF0-514F-845B-A4CA9A08167D}" type="pres">
      <dgm:prSet presAssocID="{E28D037B-68A9-5A41-A632-B144424F465C}" presName="noGeometry" presStyleCnt="0"/>
      <dgm:spPr/>
    </dgm:pt>
    <dgm:pt modelId="{7922987D-4E31-114F-9CE9-D4E1092E8C04}" type="pres">
      <dgm:prSet presAssocID="{E28D037B-68A9-5A41-A632-B144424F465C}" presName="childTextVisible" presStyleLbl="bgAccFollowNode1" presStyleIdx="4" presStyleCnt="5">
        <dgm:presLayoutVars>
          <dgm:bulletEnabled val="1"/>
        </dgm:presLayoutVars>
      </dgm:prSet>
      <dgm:spPr/>
    </dgm:pt>
    <dgm:pt modelId="{A1EB9AB9-8C53-7342-82A6-C1C36D4AB1CE}" type="pres">
      <dgm:prSet presAssocID="{E28D037B-68A9-5A41-A632-B144424F465C}" presName="childTextHidden" presStyleLbl="bgAccFollowNode1" presStyleIdx="4" presStyleCnt="5"/>
      <dgm:spPr/>
    </dgm:pt>
    <dgm:pt modelId="{948FB9B6-0EF4-1E4B-92D3-DFF8A6820D2B}" type="pres">
      <dgm:prSet presAssocID="{E28D037B-68A9-5A41-A632-B144424F465C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CE068D1C-456F-5A40-A869-21D2F754E9C3}" type="presOf" srcId="{6587B340-B1EC-0F46-84E6-D46CF8335D5A}" destId="{787D2837-8ACD-534B-82CC-05DCD74F21E7}" srcOrd="1" destOrd="0" presId="urn:microsoft.com/office/officeart/2005/8/layout/hProcess6"/>
    <dgm:cxn modelId="{3FFB721E-A326-9C4B-801B-15FFFAE392A4}" type="presOf" srcId="{D129CDE3-B6E6-A640-A644-8E1EA906797D}" destId="{52536899-4601-734D-B2B6-8B980F70A08A}" srcOrd="0" destOrd="0" presId="urn:microsoft.com/office/officeart/2005/8/layout/hProcess6"/>
    <dgm:cxn modelId="{3B90A523-DDCA-C748-AD97-F071D4972171}" type="presOf" srcId="{E28D037B-68A9-5A41-A632-B144424F465C}" destId="{948FB9B6-0EF4-1E4B-92D3-DFF8A6820D2B}" srcOrd="0" destOrd="0" presId="urn:microsoft.com/office/officeart/2005/8/layout/hProcess6"/>
    <dgm:cxn modelId="{6E64962B-F264-A54B-BDDF-DE64FB6CB474}" srcId="{9A738B29-A38E-7C49-9F29-C37998DA2824}" destId="{D129CDE3-B6E6-A640-A644-8E1EA906797D}" srcOrd="2" destOrd="0" parTransId="{7DD25223-F10D-F043-9864-40247A3CE37D}" sibTransId="{92F1BF46-099B-4342-AF5C-6CBBCBB801A5}"/>
    <dgm:cxn modelId="{2881462F-E4D2-AB4F-94CE-AB3152A0965C}" srcId="{D129CDE3-B6E6-A640-A644-8E1EA906797D}" destId="{DA84E7DA-BB96-2A43-B5D5-24C321E7C2E1}" srcOrd="0" destOrd="0" parTransId="{9DBF686A-D755-AB48-8D40-05A15B3F2E65}" sibTransId="{BC0BD9C3-2603-9F4A-9985-1C49D704D8D4}"/>
    <dgm:cxn modelId="{043AF532-648A-CF46-923B-E74BE54A2FA1}" type="presOf" srcId="{3EB53562-E182-B746-9333-07EACB5D937A}" destId="{7922987D-4E31-114F-9CE9-D4E1092E8C04}" srcOrd="0" destOrd="0" presId="urn:microsoft.com/office/officeart/2005/8/layout/hProcess6"/>
    <dgm:cxn modelId="{3351D038-B048-C04C-9084-AE3D1120C057}" srcId="{97390BA5-480E-1548-A8DF-704386408902}" destId="{91131B18-F19C-2A4E-AE1A-BDBED4C4AE5D}" srcOrd="1" destOrd="0" parTransId="{A63AC24C-B452-2344-BCB2-CD9CFCC179F1}" sibTransId="{2613C365-81A4-4A4B-A421-00495BC17D12}"/>
    <dgm:cxn modelId="{F290973A-81B0-FD49-8642-1071095BC318}" type="presOf" srcId="{D99FC7CF-30C9-F34F-9650-60548137490D}" destId="{1C973C4A-5FA2-3649-ADC1-F39EC6E9FC7C}" srcOrd="1" destOrd="1" presId="urn:microsoft.com/office/officeart/2005/8/layout/hProcess6"/>
    <dgm:cxn modelId="{4F37FA3A-8679-0B41-B0EC-B8C6AA636872}" type="presOf" srcId="{15E0263A-44BE-1447-8FDD-C3EC21F6B6B8}" destId="{2629A325-FE5F-7749-AC25-12FB5E5EFF08}" srcOrd="1" destOrd="1" presId="urn:microsoft.com/office/officeart/2005/8/layout/hProcess6"/>
    <dgm:cxn modelId="{0CF8E13B-51AE-4D4A-A4F8-7974C2F6F065}" srcId="{9A738B29-A38E-7C49-9F29-C37998DA2824}" destId="{97390BA5-480E-1548-A8DF-704386408902}" srcOrd="0" destOrd="0" parTransId="{2A7592C9-4CA4-964D-87C1-775E78A0128F}" sibTransId="{EEF23844-7655-B04C-9CA1-7EEBDFC1D097}"/>
    <dgm:cxn modelId="{9FAB613C-D33B-0F48-A43D-E32D3AA26D6A}" type="presOf" srcId="{6587B340-B1EC-0F46-84E6-D46CF8335D5A}" destId="{8C2C5078-55DD-B545-8773-2FD3ABEB64EC}" srcOrd="0" destOrd="0" presId="urn:microsoft.com/office/officeart/2005/8/layout/hProcess6"/>
    <dgm:cxn modelId="{2C5EDA45-93B6-A345-B0DA-525ADFCB71E0}" type="presOf" srcId="{3EB53562-E182-B746-9333-07EACB5D937A}" destId="{A1EB9AB9-8C53-7342-82A6-C1C36D4AB1CE}" srcOrd="1" destOrd="0" presId="urn:microsoft.com/office/officeart/2005/8/layout/hProcess6"/>
    <dgm:cxn modelId="{E664C347-D4C2-E84D-A2C7-57CF1A2526D1}" srcId="{D129CDE3-B6E6-A640-A644-8E1EA906797D}" destId="{D99FC7CF-30C9-F34F-9650-60548137490D}" srcOrd="1" destOrd="0" parTransId="{8764AEEA-64BB-254A-9A0A-E23F67702497}" sibTransId="{40131F01-DC09-4141-B18E-4123263277FD}"/>
    <dgm:cxn modelId="{B13ADA49-819A-324B-AA51-D228E83EA3B8}" type="presOf" srcId="{91131B18-F19C-2A4E-AE1A-BDBED4C4AE5D}" destId="{787D2837-8ACD-534B-82CC-05DCD74F21E7}" srcOrd="1" destOrd="1" presId="urn:microsoft.com/office/officeart/2005/8/layout/hProcess6"/>
    <dgm:cxn modelId="{51F3FA4C-1EB0-0C4B-8D16-07406FA469BE}" type="presOf" srcId="{F9D32CDD-3FF7-B74B-B38A-879862F0B688}" destId="{7922987D-4E31-114F-9CE9-D4E1092E8C04}" srcOrd="0" destOrd="1" presId="urn:microsoft.com/office/officeart/2005/8/layout/hProcess6"/>
    <dgm:cxn modelId="{3DE6B650-D8BE-0243-B028-665D8EA54677}" type="presOf" srcId="{507E4EDB-DA51-8B41-A3D4-99A697E6B9D8}" destId="{2629A325-FE5F-7749-AC25-12FB5E5EFF08}" srcOrd="1" destOrd="0" presId="urn:microsoft.com/office/officeart/2005/8/layout/hProcess6"/>
    <dgm:cxn modelId="{A9552A53-D297-444E-9C74-2C2D1486454C}" type="presOf" srcId="{F9D32CDD-3FF7-B74B-B38A-879862F0B688}" destId="{A1EB9AB9-8C53-7342-82A6-C1C36D4AB1CE}" srcOrd="1" destOrd="1" presId="urn:microsoft.com/office/officeart/2005/8/layout/hProcess6"/>
    <dgm:cxn modelId="{92C51658-447B-CE4F-BAD7-90F4A9F7E541}" type="presOf" srcId="{DA84E7DA-BB96-2A43-B5D5-24C321E7C2E1}" destId="{1C973C4A-5FA2-3649-ADC1-F39EC6E9FC7C}" srcOrd="1" destOrd="0" presId="urn:microsoft.com/office/officeart/2005/8/layout/hProcess6"/>
    <dgm:cxn modelId="{75575F69-BA2A-DB4F-AABD-1D3BAF7C8CFE}" type="presOf" srcId="{9A738B29-A38E-7C49-9F29-C37998DA2824}" destId="{3F3B7E79-E4AE-8940-9A08-A5E832B12DE9}" srcOrd="0" destOrd="0" presId="urn:microsoft.com/office/officeart/2005/8/layout/hProcess6"/>
    <dgm:cxn modelId="{703E6878-A613-5A42-A82A-AA60D6E7E417}" type="presOf" srcId="{8D4426E8-AB33-0F4F-8360-11A55F6E992C}" destId="{3AD32B6F-C09C-E94C-A381-9005E5DF8711}" srcOrd="0" destOrd="1" presId="urn:microsoft.com/office/officeart/2005/8/layout/hProcess6"/>
    <dgm:cxn modelId="{64B9DA78-641B-9048-A478-88466D3493B5}" srcId="{9A738B29-A38E-7C49-9F29-C37998DA2824}" destId="{117B61D7-64A6-B643-8985-7E9DBE6F9EE5}" srcOrd="1" destOrd="0" parTransId="{5711A08A-9368-EC41-9B80-7B39F078F02E}" sibTransId="{39BDE9DC-48BE-B040-BFD7-079ED3349A91}"/>
    <dgm:cxn modelId="{54FA387C-DDF4-CB42-91B3-3A125D733C05}" srcId="{42F38C6A-3694-094F-B000-AF78039119DE}" destId="{15E0263A-44BE-1447-8FDD-C3EC21F6B6B8}" srcOrd="1" destOrd="0" parTransId="{56F10EA5-9311-5A45-ADB1-12963B4E91A5}" sibTransId="{D98B4778-8B76-F743-B92B-0A238533813B}"/>
    <dgm:cxn modelId="{6B69347E-BAF4-3746-AD6C-E2259C6C814A}" srcId="{42F38C6A-3694-094F-B000-AF78039119DE}" destId="{507E4EDB-DA51-8B41-A3D4-99A697E6B9D8}" srcOrd="0" destOrd="0" parTransId="{E453342B-2C91-054C-80C8-33F97BB852E0}" sibTransId="{46AA12B8-D0BA-EE40-8A01-7E17E18B21CA}"/>
    <dgm:cxn modelId="{E9E20C91-1D91-1549-A739-EB0E21391EA0}" srcId="{9A738B29-A38E-7C49-9F29-C37998DA2824}" destId="{42F38C6A-3694-094F-B000-AF78039119DE}" srcOrd="3" destOrd="0" parTransId="{C4015BF6-888E-CB4F-86A3-40257125B78E}" sibTransId="{F8F6E7B9-AB98-9342-99A0-7A852C5E6673}"/>
    <dgm:cxn modelId="{4EC3EA91-572A-284D-97F8-AE76046FCBDB}" type="presOf" srcId="{15E0263A-44BE-1447-8FDD-C3EC21F6B6B8}" destId="{7F232078-DF60-7343-9D9C-1D407A1D99D0}" srcOrd="0" destOrd="1" presId="urn:microsoft.com/office/officeart/2005/8/layout/hProcess6"/>
    <dgm:cxn modelId="{E86E01A9-EE0B-4E43-AD52-B8F3CC9C9286}" srcId="{117B61D7-64A6-B643-8985-7E9DBE6F9EE5}" destId="{BEE2F28B-312F-3F45-960C-C31DDA7733BA}" srcOrd="0" destOrd="0" parTransId="{C80B9462-AAC5-E349-AFE9-A2BB473ED7C4}" sibTransId="{AC27E0F2-DDED-0141-825B-1751E6D44A8E}"/>
    <dgm:cxn modelId="{452E0CC3-996D-174D-8295-C9BF70B1309C}" type="presOf" srcId="{BEE2F28B-312F-3F45-960C-C31DDA7733BA}" destId="{3AD32B6F-C09C-E94C-A381-9005E5DF8711}" srcOrd="0" destOrd="0" presId="urn:microsoft.com/office/officeart/2005/8/layout/hProcess6"/>
    <dgm:cxn modelId="{A34C37C8-3C6B-F24A-8F04-D51D2EA615E4}" type="presOf" srcId="{DA84E7DA-BB96-2A43-B5D5-24C321E7C2E1}" destId="{355775CD-03A8-0140-8D16-C893D360F0E1}" srcOrd="0" destOrd="0" presId="urn:microsoft.com/office/officeart/2005/8/layout/hProcess6"/>
    <dgm:cxn modelId="{72C90ACD-13EF-8B4A-ABFA-63B5FDB540CF}" type="presOf" srcId="{42F38C6A-3694-094F-B000-AF78039119DE}" destId="{5E85FA10-512E-374D-9930-2A1A96C3101F}" srcOrd="0" destOrd="0" presId="urn:microsoft.com/office/officeart/2005/8/layout/hProcess6"/>
    <dgm:cxn modelId="{FA4C34CE-FC35-B842-B6AA-92696F2E5D4B}" type="presOf" srcId="{BEE2F28B-312F-3F45-960C-C31DDA7733BA}" destId="{E7AD0327-7B20-124E-B55C-872A00D3DE02}" srcOrd="1" destOrd="0" presId="urn:microsoft.com/office/officeart/2005/8/layout/hProcess6"/>
    <dgm:cxn modelId="{07F0FBD1-4966-CA4A-81DB-B1A6F439557D}" srcId="{117B61D7-64A6-B643-8985-7E9DBE6F9EE5}" destId="{8D4426E8-AB33-0F4F-8360-11A55F6E992C}" srcOrd="1" destOrd="0" parTransId="{E0D0F3E8-8EAE-584C-845F-B5DFE7D9FE2A}" sibTransId="{97CD664A-182A-BB4E-8DA9-7CA82C6BFC16}"/>
    <dgm:cxn modelId="{CEA3B9DA-2D4C-CF46-A9E3-C57401E5067B}" type="presOf" srcId="{117B61D7-64A6-B643-8985-7E9DBE6F9EE5}" destId="{46323D4D-ACE0-E948-9FB9-F3CFDDC822AD}" srcOrd="0" destOrd="0" presId="urn:microsoft.com/office/officeart/2005/8/layout/hProcess6"/>
    <dgm:cxn modelId="{38A92CDD-7267-064C-8A81-DBA303B674BA}" type="presOf" srcId="{507E4EDB-DA51-8B41-A3D4-99A697E6B9D8}" destId="{7F232078-DF60-7343-9D9C-1D407A1D99D0}" srcOrd="0" destOrd="0" presId="urn:microsoft.com/office/officeart/2005/8/layout/hProcess6"/>
    <dgm:cxn modelId="{58825AE2-82A2-7242-BA42-5FC542738A9D}" srcId="{E28D037B-68A9-5A41-A632-B144424F465C}" destId="{F9D32CDD-3FF7-B74B-B38A-879862F0B688}" srcOrd="1" destOrd="0" parTransId="{D382F177-B840-0945-A5E5-047300BFF011}" sibTransId="{03441FCB-6F36-E543-98FB-823B7E091F00}"/>
    <dgm:cxn modelId="{CA2F8CE4-8C50-2843-8270-A066AFAEB634}" srcId="{E28D037B-68A9-5A41-A632-B144424F465C}" destId="{3EB53562-E182-B746-9333-07EACB5D937A}" srcOrd="0" destOrd="0" parTransId="{FF0F0DF8-F050-AC46-8843-749B3316ADF9}" sibTransId="{5D8AAAC6-1ED9-0548-B0E3-DECEBF66BDD5}"/>
    <dgm:cxn modelId="{FA27D2E4-ACEA-F546-99C3-78BC45249773}" type="presOf" srcId="{91131B18-F19C-2A4E-AE1A-BDBED4C4AE5D}" destId="{8C2C5078-55DD-B545-8773-2FD3ABEB64EC}" srcOrd="0" destOrd="1" presId="urn:microsoft.com/office/officeart/2005/8/layout/hProcess6"/>
    <dgm:cxn modelId="{01722EF0-AE39-254C-8C5F-78353676BCF2}" type="presOf" srcId="{97390BA5-480E-1548-A8DF-704386408902}" destId="{2DC5D883-C197-B74F-B6CF-66C0A0049FC3}" srcOrd="0" destOrd="0" presId="urn:microsoft.com/office/officeart/2005/8/layout/hProcess6"/>
    <dgm:cxn modelId="{9C9138F0-F628-C74B-A21D-A5A8DFFF1530}" type="presOf" srcId="{8D4426E8-AB33-0F4F-8360-11A55F6E992C}" destId="{E7AD0327-7B20-124E-B55C-872A00D3DE02}" srcOrd="1" destOrd="1" presId="urn:microsoft.com/office/officeart/2005/8/layout/hProcess6"/>
    <dgm:cxn modelId="{440CB8F5-CA7E-224A-ADAB-462561177642}" srcId="{9A738B29-A38E-7C49-9F29-C37998DA2824}" destId="{E28D037B-68A9-5A41-A632-B144424F465C}" srcOrd="4" destOrd="0" parTransId="{1B85DD76-4120-D84B-91BD-EB297EEE4210}" sibTransId="{424D4F2C-AF8E-1D45-9A7B-FDC65E8B2203}"/>
    <dgm:cxn modelId="{FCD2FCF9-0667-484E-9B20-FE4A9E486D65}" type="presOf" srcId="{D99FC7CF-30C9-F34F-9650-60548137490D}" destId="{355775CD-03A8-0140-8D16-C893D360F0E1}" srcOrd="0" destOrd="1" presId="urn:microsoft.com/office/officeart/2005/8/layout/hProcess6"/>
    <dgm:cxn modelId="{DA833CFA-8BB6-5642-8EAB-783E5378C0F5}" srcId="{97390BA5-480E-1548-A8DF-704386408902}" destId="{6587B340-B1EC-0F46-84E6-D46CF8335D5A}" srcOrd="0" destOrd="0" parTransId="{37A08D9B-B1E1-BA41-8629-7A88CC36CAF9}" sibTransId="{22DC7C2C-96D1-B84B-BE43-D7BD17A86795}"/>
    <dgm:cxn modelId="{5DA1A878-1965-EA4B-9F70-C367A3FF5904}" type="presParOf" srcId="{3F3B7E79-E4AE-8940-9A08-A5E832B12DE9}" destId="{1B497B85-24D2-FB48-86B6-73ED230863F7}" srcOrd="0" destOrd="0" presId="urn:microsoft.com/office/officeart/2005/8/layout/hProcess6"/>
    <dgm:cxn modelId="{08EF7312-2268-DD49-ABE7-B5600F9B9223}" type="presParOf" srcId="{1B497B85-24D2-FB48-86B6-73ED230863F7}" destId="{758F8607-19B0-6745-A073-5511D6254C8A}" srcOrd="0" destOrd="0" presId="urn:microsoft.com/office/officeart/2005/8/layout/hProcess6"/>
    <dgm:cxn modelId="{A024C32D-0ADB-D349-9F7A-A20DA452006A}" type="presParOf" srcId="{1B497B85-24D2-FB48-86B6-73ED230863F7}" destId="{8C2C5078-55DD-B545-8773-2FD3ABEB64EC}" srcOrd="1" destOrd="0" presId="urn:microsoft.com/office/officeart/2005/8/layout/hProcess6"/>
    <dgm:cxn modelId="{3BB8728E-3CF9-AC48-9C82-365D3AD9E98F}" type="presParOf" srcId="{1B497B85-24D2-FB48-86B6-73ED230863F7}" destId="{787D2837-8ACD-534B-82CC-05DCD74F21E7}" srcOrd="2" destOrd="0" presId="urn:microsoft.com/office/officeart/2005/8/layout/hProcess6"/>
    <dgm:cxn modelId="{3AA78AA9-7C59-1549-BE4A-25EA83D139A9}" type="presParOf" srcId="{1B497B85-24D2-FB48-86B6-73ED230863F7}" destId="{2DC5D883-C197-B74F-B6CF-66C0A0049FC3}" srcOrd="3" destOrd="0" presId="urn:microsoft.com/office/officeart/2005/8/layout/hProcess6"/>
    <dgm:cxn modelId="{E2D1A067-E487-2E43-BF4B-23FE7E116AB9}" type="presParOf" srcId="{3F3B7E79-E4AE-8940-9A08-A5E832B12DE9}" destId="{E886A951-3AE6-9F4B-823E-8C96E26CB597}" srcOrd="1" destOrd="0" presId="urn:microsoft.com/office/officeart/2005/8/layout/hProcess6"/>
    <dgm:cxn modelId="{80239AAC-0193-1D4C-BFF7-10B81AC2BFB9}" type="presParOf" srcId="{3F3B7E79-E4AE-8940-9A08-A5E832B12DE9}" destId="{F2286F50-9912-284D-B936-65F99F801189}" srcOrd="2" destOrd="0" presId="urn:microsoft.com/office/officeart/2005/8/layout/hProcess6"/>
    <dgm:cxn modelId="{12A2D261-D81B-AE42-89CC-B73814E58054}" type="presParOf" srcId="{F2286F50-9912-284D-B936-65F99F801189}" destId="{36510193-2716-434A-A493-D365A3047515}" srcOrd="0" destOrd="0" presId="urn:microsoft.com/office/officeart/2005/8/layout/hProcess6"/>
    <dgm:cxn modelId="{D6946387-712E-3141-A84F-7B66DD75F117}" type="presParOf" srcId="{F2286F50-9912-284D-B936-65F99F801189}" destId="{3AD32B6F-C09C-E94C-A381-9005E5DF8711}" srcOrd="1" destOrd="0" presId="urn:microsoft.com/office/officeart/2005/8/layout/hProcess6"/>
    <dgm:cxn modelId="{C9FB2486-F632-0D4D-B4DF-C1FA914610D4}" type="presParOf" srcId="{F2286F50-9912-284D-B936-65F99F801189}" destId="{E7AD0327-7B20-124E-B55C-872A00D3DE02}" srcOrd="2" destOrd="0" presId="urn:microsoft.com/office/officeart/2005/8/layout/hProcess6"/>
    <dgm:cxn modelId="{AED37D6C-E748-7045-A66E-969CC215657B}" type="presParOf" srcId="{F2286F50-9912-284D-B936-65F99F801189}" destId="{46323D4D-ACE0-E948-9FB9-F3CFDDC822AD}" srcOrd="3" destOrd="0" presId="urn:microsoft.com/office/officeart/2005/8/layout/hProcess6"/>
    <dgm:cxn modelId="{54F77D57-4DA2-204A-BF73-A0C6B27A068B}" type="presParOf" srcId="{3F3B7E79-E4AE-8940-9A08-A5E832B12DE9}" destId="{AAFF6653-1291-E247-AD33-73C91E7B457E}" srcOrd="3" destOrd="0" presId="urn:microsoft.com/office/officeart/2005/8/layout/hProcess6"/>
    <dgm:cxn modelId="{24414A9D-4615-8F47-BBF4-1A9BED89F8EC}" type="presParOf" srcId="{3F3B7E79-E4AE-8940-9A08-A5E832B12DE9}" destId="{EA72BF65-5915-7745-B81D-9179A1407F5D}" srcOrd="4" destOrd="0" presId="urn:microsoft.com/office/officeart/2005/8/layout/hProcess6"/>
    <dgm:cxn modelId="{6EDA5A02-1159-CE4C-967F-7E1BA406E516}" type="presParOf" srcId="{EA72BF65-5915-7745-B81D-9179A1407F5D}" destId="{161FE070-CEAD-9C4E-8D4C-7D6AB49E04AA}" srcOrd="0" destOrd="0" presId="urn:microsoft.com/office/officeart/2005/8/layout/hProcess6"/>
    <dgm:cxn modelId="{0B390840-3DAC-084A-98A2-2C46BB5A4F3D}" type="presParOf" srcId="{EA72BF65-5915-7745-B81D-9179A1407F5D}" destId="{355775CD-03A8-0140-8D16-C893D360F0E1}" srcOrd="1" destOrd="0" presId="urn:microsoft.com/office/officeart/2005/8/layout/hProcess6"/>
    <dgm:cxn modelId="{26D4E5EA-C9E8-7542-84EB-0CD7511D4E8D}" type="presParOf" srcId="{EA72BF65-5915-7745-B81D-9179A1407F5D}" destId="{1C973C4A-5FA2-3649-ADC1-F39EC6E9FC7C}" srcOrd="2" destOrd="0" presId="urn:microsoft.com/office/officeart/2005/8/layout/hProcess6"/>
    <dgm:cxn modelId="{99058909-32DB-CA44-A522-82A013F96EB4}" type="presParOf" srcId="{EA72BF65-5915-7745-B81D-9179A1407F5D}" destId="{52536899-4601-734D-B2B6-8B980F70A08A}" srcOrd="3" destOrd="0" presId="urn:microsoft.com/office/officeart/2005/8/layout/hProcess6"/>
    <dgm:cxn modelId="{DC17361F-C36B-0E48-A01B-3E8B96608BC8}" type="presParOf" srcId="{3F3B7E79-E4AE-8940-9A08-A5E832B12DE9}" destId="{E97EB04F-2A96-4444-965F-2997B8FF16FE}" srcOrd="5" destOrd="0" presId="urn:microsoft.com/office/officeart/2005/8/layout/hProcess6"/>
    <dgm:cxn modelId="{50BB8A56-86B3-E14A-839B-427D9AB6F392}" type="presParOf" srcId="{3F3B7E79-E4AE-8940-9A08-A5E832B12DE9}" destId="{517DF1A2-2999-F740-B67C-BF40500E8D0E}" srcOrd="6" destOrd="0" presId="urn:microsoft.com/office/officeart/2005/8/layout/hProcess6"/>
    <dgm:cxn modelId="{19FE34D9-D7AF-A34E-AFEC-24D7E7CBA7FE}" type="presParOf" srcId="{517DF1A2-2999-F740-B67C-BF40500E8D0E}" destId="{6E444898-2AAE-C74C-98E9-EA6F628E27B1}" srcOrd="0" destOrd="0" presId="urn:microsoft.com/office/officeart/2005/8/layout/hProcess6"/>
    <dgm:cxn modelId="{DB5BE4F3-12F9-D446-962B-17290D3D0A32}" type="presParOf" srcId="{517DF1A2-2999-F740-B67C-BF40500E8D0E}" destId="{7F232078-DF60-7343-9D9C-1D407A1D99D0}" srcOrd="1" destOrd="0" presId="urn:microsoft.com/office/officeart/2005/8/layout/hProcess6"/>
    <dgm:cxn modelId="{E9C4DF22-B2C8-E64F-8AED-ECC6C3A69EEC}" type="presParOf" srcId="{517DF1A2-2999-F740-B67C-BF40500E8D0E}" destId="{2629A325-FE5F-7749-AC25-12FB5E5EFF08}" srcOrd="2" destOrd="0" presId="urn:microsoft.com/office/officeart/2005/8/layout/hProcess6"/>
    <dgm:cxn modelId="{D59CBF93-3F24-9D43-AAAF-B7033EC96CCD}" type="presParOf" srcId="{517DF1A2-2999-F740-B67C-BF40500E8D0E}" destId="{5E85FA10-512E-374D-9930-2A1A96C3101F}" srcOrd="3" destOrd="0" presId="urn:microsoft.com/office/officeart/2005/8/layout/hProcess6"/>
    <dgm:cxn modelId="{4441D3A8-BED9-2C4E-B094-B3BC3115BB70}" type="presParOf" srcId="{3F3B7E79-E4AE-8940-9A08-A5E832B12DE9}" destId="{3DE6A15B-0E33-8740-A11F-D2E305BFC561}" srcOrd="7" destOrd="0" presId="urn:microsoft.com/office/officeart/2005/8/layout/hProcess6"/>
    <dgm:cxn modelId="{3323911C-083B-7D48-A2D8-1CC4AFB0C39D}" type="presParOf" srcId="{3F3B7E79-E4AE-8940-9A08-A5E832B12DE9}" destId="{97ED9FD9-B92C-D847-BC26-7DF019B91431}" srcOrd="8" destOrd="0" presId="urn:microsoft.com/office/officeart/2005/8/layout/hProcess6"/>
    <dgm:cxn modelId="{67C46A89-9468-784A-B6A6-54B1B4159F69}" type="presParOf" srcId="{97ED9FD9-B92C-D847-BC26-7DF019B91431}" destId="{ED3ED63C-5AF0-514F-845B-A4CA9A08167D}" srcOrd="0" destOrd="0" presId="urn:microsoft.com/office/officeart/2005/8/layout/hProcess6"/>
    <dgm:cxn modelId="{B8982246-71E7-F444-A0BC-3AA45EC4A283}" type="presParOf" srcId="{97ED9FD9-B92C-D847-BC26-7DF019B91431}" destId="{7922987D-4E31-114F-9CE9-D4E1092E8C04}" srcOrd="1" destOrd="0" presId="urn:microsoft.com/office/officeart/2005/8/layout/hProcess6"/>
    <dgm:cxn modelId="{774DB2F3-57ED-3E48-A6A2-10939DC04B75}" type="presParOf" srcId="{97ED9FD9-B92C-D847-BC26-7DF019B91431}" destId="{A1EB9AB9-8C53-7342-82A6-C1C36D4AB1CE}" srcOrd="2" destOrd="0" presId="urn:microsoft.com/office/officeart/2005/8/layout/hProcess6"/>
    <dgm:cxn modelId="{1A93131B-D2C7-9940-9569-62D50B161948}" type="presParOf" srcId="{97ED9FD9-B92C-D847-BC26-7DF019B91431}" destId="{948FB9B6-0EF4-1E4B-92D3-DFF8A6820D2B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C5078-55DD-B545-8773-2FD3ABEB64EC}">
      <dsp:nvSpPr>
        <dsp:cNvPr id="0" name=""/>
        <dsp:cNvSpPr/>
      </dsp:nvSpPr>
      <dsp:spPr>
        <a:xfrm>
          <a:off x="418344" y="2479494"/>
          <a:ext cx="1654457" cy="1446204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UPLOAD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Uploading ECG PDF</a:t>
          </a:r>
        </a:p>
      </dsp:txBody>
      <dsp:txXfrm>
        <a:off x="831958" y="2696425"/>
        <a:ext cx="806548" cy="1012342"/>
      </dsp:txXfrm>
    </dsp:sp>
    <dsp:sp modelId="{2DC5D883-C197-B74F-B6CF-66C0A0049FC3}">
      <dsp:nvSpPr>
        <dsp:cNvPr id="0" name=""/>
        <dsp:cNvSpPr/>
      </dsp:nvSpPr>
      <dsp:spPr>
        <a:xfrm>
          <a:off x="4730" y="2788982"/>
          <a:ext cx="827228" cy="8272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/>
            <a:t>1</a:t>
          </a:r>
        </a:p>
      </dsp:txBody>
      <dsp:txXfrm>
        <a:off x="125875" y="2910127"/>
        <a:ext cx="584938" cy="584938"/>
      </dsp:txXfrm>
    </dsp:sp>
    <dsp:sp modelId="{3AD32B6F-C09C-E94C-A381-9005E5DF8711}">
      <dsp:nvSpPr>
        <dsp:cNvPr id="0" name=""/>
        <dsp:cNvSpPr/>
      </dsp:nvSpPr>
      <dsp:spPr>
        <a:xfrm>
          <a:off x="2589820" y="2479494"/>
          <a:ext cx="1654457" cy="1446204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EXTRACT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 err="1"/>
            <a:t>PyMuPDF</a:t>
          </a:r>
          <a:r>
            <a:rPr lang="en-GB" sz="1100" kern="1200" dirty="0"/>
            <a:t> Converts to High-res PNG</a:t>
          </a:r>
        </a:p>
      </dsp:txBody>
      <dsp:txXfrm>
        <a:off x="3003434" y="2696425"/>
        <a:ext cx="806548" cy="1012342"/>
      </dsp:txXfrm>
    </dsp:sp>
    <dsp:sp modelId="{46323D4D-ACE0-E948-9FB9-F3CFDDC822AD}">
      <dsp:nvSpPr>
        <dsp:cNvPr id="0" name=""/>
        <dsp:cNvSpPr/>
      </dsp:nvSpPr>
      <dsp:spPr>
        <a:xfrm>
          <a:off x="2176205" y="2788982"/>
          <a:ext cx="827228" cy="8272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/>
            <a:t>2</a:t>
          </a:r>
        </a:p>
      </dsp:txBody>
      <dsp:txXfrm>
        <a:off x="2297350" y="2910127"/>
        <a:ext cx="584938" cy="584938"/>
      </dsp:txXfrm>
    </dsp:sp>
    <dsp:sp modelId="{355775CD-03A8-0140-8D16-C893D360F0E1}">
      <dsp:nvSpPr>
        <dsp:cNvPr id="0" name=""/>
        <dsp:cNvSpPr/>
      </dsp:nvSpPr>
      <dsp:spPr>
        <a:xfrm>
          <a:off x="4761296" y="2479494"/>
          <a:ext cx="1654457" cy="1446204"/>
        </a:xfrm>
        <a:prstGeom prst="rightArrow">
          <a:avLst>
            <a:gd name="adj1" fmla="val 70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Analyse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Gemini reads test and wave forms</a:t>
          </a:r>
        </a:p>
      </dsp:txBody>
      <dsp:txXfrm>
        <a:off x="5174910" y="2696425"/>
        <a:ext cx="806548" cy="1012342"/>
      </dsp:txXfrm>
    </dsp:sp>
    <dsp:sp modelId="{52536899-4601-734D-B2B6-8B980F70A08A}">
      <dsp:nvSpPr>
        <dsp:cNvPr id="0" name=""/>
        <dsp:cNvSpPr/>
      </dsp:nvSpPr>
      <dsp:spPr>
        <a:xfrm>
          <a:off x="4347681" y="2788982"/>
          <a:ext cx="827228" cy="8272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/>
            <a:t>3</a:t>
          </a:r>
        </a:p>
      </dsp:txBody>
      <dsp:txXfrm>
        <a:off x="4468826" y="2910127"/>
        <a:ext cx="584938" cy="584938"/>
      </dsp:txXfrm>
    </dsp:sp>
    <dsp:sp modelId="{7F232078-DF60-7343-9D9C-1D407A1D99D0}">
      <dsp:nvSpPr>
        <dsp:cNvPr id="0" name=""/>
        <dsp:cNvSpPr/>
      </dsp:nvSpPr>
      <dsp:spPr>
        <a:xfrm>
          <a:off x="6932772" y="2479494"/>
          <a:ext cx="1654457" cy="1446204"/>
        </a:xfrm>
        <a:prstGeom prst="rightArrow">
          <a:avLst>
            <a:gd name="adj1" fmla="val 70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VALIDATE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Range checks on all parameters</a:t>
          </a:r>
        </a:p>
      </dsp:txBody>
      <dsp:txXfrm>
        <a:off x="7346386" y="2696425"/>
        <a:ext cx="806548" cy="1012342"/>
      </dsp:txXfrm>
    </dsp:sp>
    <dsp:sp modelId="{5E85FA10-512E-374D-9930-2A1A96C3101F}">
      <dsp:nvSpPr>
        <dsp:cNvPr id="0" name=""/>
        <dsp:cNvSpPr/>
      </dsp:nvSpPr>
      <dsp:spPr>
        <a:xfrm>
          <a:off x="6519157" y="2788982"/>
          <a:ext cx="827228" cy="8272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/>
            <a:t>4</a:t>
          </a:r>
        </a:p>
      </dsp:txBody>
      <dsp:txXfrm>
        <a:off x="6640302" y="2910127"/>
        <a:ext cx="584938" cy="584938"/>
      </dsp:txXfrm>
    </dsp:sp>
    <dsp:sp modelId="{7922987D-4E31-114F-9CE9-D4E1092E8C04}">
      <dsp:nvSpPr>
        <dsp:cNvPr id="0" name=""/>
        <dsp:cNvSpPr/>
      </dsp:nvSpPr>
      <dsp:spPr>
        <a:xfrm>
          <a:off x="9104248" y="2479494"/>
          <a:ext cx="1654457" cy="1446204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DISPLAY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Findings and risk score shown</a:t>
          </a:r>
        </a:p>
      </dsp:txBody>
      <dsp:txXfrm>
        <a:off x="9517862" y="2696425"/>
        <a:ext cx="806548" cy="1012342"/>
      </dsp:txXfrm>
    </dsp:sp>
    <dsp:sp modelId="{948FB9B6-0EF4-1E4B-92D3-DFF8A6820D2B}">
      <dsp:nvSpPr>
        <dsp:cNvPr id="0" name=""/>
        <dsp:cNvSpPr/>
      </dsp:nvSpPr>
      <dsp:spPr>
        <a:xfrm>
          <a:off x="8690633" y="2788982"/>
          <a:ext cx="827228" cy="8272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/>
            <a:t>5</a:t>
          </a:r>
        </a:p>
      </dsp:txBody>
      <dsp:txXfrm>
        <a:off x="8811778" y="2910127"/>
        <a:ext cx="584938" cy="584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3/18/26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3/18/26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3/18/26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3/18/26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3/18/26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3/18/26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3/18/26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3/18/26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3/18/26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33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3/18/26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3352" y="3861048"/>
            <a:ext cx="4968552" cy="3177380"/>
          </a:xfrm>
        </p:spPr>
        <p:txBody>
          <a:bodyPr/>
          <a:lstStyle/>
          <a:p>
            <a:r>
              <a:rPr lang="en-US" dirty="0"/>
              <a:t>ECG AI ANALYSER AGENT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2225-EED2-81EB-096F-99808147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ECG AI ANALYSER AGENT?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A7F9D65-0C11-9198-9587-9510D3A70C15}"/>
              </a:ext>
            </a:extLst>
          </p:cNvPr>
          <p:cNvSpPr/>
          <p:nvPr/>
        </p:nvSpPr>
        <p:spPr>
          <a:xfrm>
            <a:off x="3200400" y="1783080"/>
            <a:ext cx="2679616" cy="406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85834200-8134-9E02-804C-EDA5BF737E92}"/>
              </a:ext>
            </a:extLst>
          </p:cNvPr>
          <p:cNvSpPr/>
          <p:nvPr/>
        </p:nvSpPr>
        <p:spPr>
          <a:xfrm>
            <a:off x="6080760" y="1783080"/>
            <a:ext cx="2679616" cy="406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82066-B59D-FE3C-4C41-7F93038A6CA3}"/>
              </a:ext>
            </a:extLst>
          </p:cNvPr>
          <p:cNvSpPr txBox="1"/>
          <p:nvPr/>
        </p:nvSpPr>
        <p:spPr>
          <a:xfrm>
            <a:off x="746134" y="2427418"/>
            <a:ext cx="1005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REDUCE TIME PRESSURE</a:t>
            </a:r>
            <a:br>
              <a:rPr lang="en-US" dirty="0"/>
            </a:br>
            <a:r>
              <a:rPr lang="en-US" dirty="0">
                <a:solidFill>
                  <a:srgbClr val="1E293B"/>
                </a:solidFill>
              </a:rPr>
              <a:t>Cardiologists manually review each ECG which takes 5–10 minutes per report.</a:t>
            </a:r>
          </a:p>
          <a:p>
            <a:endParaRPr lang="en-US" dirty="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MISSED FINDINGS</a:t>
            </a:r>
            <a:br>
              <a:rPr lang="en-US" dirty="0">
                <a:solidFill>
                  <a:srgbClr val="1E293B"/>
                </a:solidFill>
              </a:rPr>
            </a:br>
            <a:r>
              <a:rPr lang="en-US" dirty="0">
                <a:solidFill>
                  <a:srgbClr val="1E293B"/>
                </a:solidFill>
              </a:rPr>
              <a:t>STEMI, AV blocks, and dangerous arrhythmias can be missed in busy wards and peak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CLINICAL SUPPORT</a:t>
            </a:r>
            <a:br>
              <a:rPr lang="en-US" dirty="0">
                <a:solidFill>
                  <a:srgbClr val="1E293B"/>
                </a:solidFill>
              </a:rPr>
            </a:br>
            <a:r>
              <a:rPr lang="en-US" dirty="0">
                <a:solidFill>
                  <a:srgbClr val="1E293B"/>
                </a:solidFill>
              </a:rPr>
              <a:t>Accurate findings and no room for human errors.</a:t>
            </a:r>
            <a:br>
              <a:rPr lang="en-US" dirty="0">
                <a:solidFill>
                  <a:srgbClr val="1E293B"/>
                </a:solidFill>
              </a:rPr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75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66E7-703A-E3F3-EF37-4ADC535E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32656"/>
            <a:ext cx="10058400" cy="1325563"/>
          </a:xfrm>
        </p:spPr>
        <p:txBody>
          <a:bodyPr/>
          <a:lstStyle/>
          <a:p>
            <a:r>
              <a:rPr lang="en-US" dirty="0"/>
              <a:t>ARCHITECTURE &amp; WORKFLOW</a:t>
            </a: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53A898AA-1EE0-ADAE-D8DB-711F3EA0F1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730532"/>
              </p:ext>
            </p:extLst>
          </p:nvPr>
        </p:nvGraphicFramePr>
        <p:xfrm>
          <a:off x="839416" y="620688"/>
          <a:ext cx="10763436" cy="6405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525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3">
            <a:extLst>
              <a:ext uri="{FF2B5EF4-FFF2-40B4-BE49-F238E27FC236}">
                <a16:creationId xmlns:a16="http://schemas.microsoft.com/office/drawing/2014/main" id="{C47DBE1B-A95F-39C2-06CE-5F5BDF794BC5}"/>
              </a:ext>
            </a:extLst>
          </p:cNvPr>
          <p:cNvSpPr/>
          <p:nvPr/>
        </p:nvSpPr>
        <p:spPr>
          <a:xfrm>
            <a:off x="191344" y="1785804"/>
            <a:ext cx="5473696" cy="436869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3476F-98B7-0F34-57B2-D7DA2011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27123"/>
            <a:ext cx="10058400" cy="1325563"/>
          </a:xfrm>
        </p:spPr>
        <p:txBody>
          <a:bodyPr/>
          <a:lstStyle/>
          <a:p>
            <a:r>
              <a:rPr lang="en-US" b="1" dirty="0"/>
              <a:t>CLINICAL FINDINGS EXTRACTED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462D9D2-B7BF-7C8E-9696-83EE965A3A74}"/>
              </a:ext>
            </a:extLst>
          </p:cNvPr>
          <p:cNvSpPr/>
          <p:nvPr/>
        </p:nvSpPr>
        <p:spPr>
          <a:xfrm>
            <a:off x="551384" y="216492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</a:rPr>
              <a:t>ECG Parameters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213137A3-7939-D92A-F53F-A6D1D24338BC}"/>
              </a:ext>
            </a:extLst>
          </p:cNvPr>
          <p:cNvSpPr/>
          <p:nvPr/>
        </p:nvSpPr>
        <p:spPr>
          <a:xfrm>
            <a:off x="6025080" y="1785805"/>
            <a:ext cx="5760640" cy="436869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CEF5AE1C-F6BE-4FF7-A00C-84D3E2819926}"/>
              </a:ext>
            </a:extLst>
          </p:cNvPr>
          <p:cNvSpPr/>
          <p:nvPr/>
        </p:nvSpPr>
        <p:spPr>
          <a:xfrm>
            <a:off x="6600056" y="2199053"/>
            <a:ext cx="42266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 Clinical Findings</a:t>
            </a:r>
            <a:endParaRPr lang="en-US" sz="130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5ACB3A5C-EEF5-CB52-37B9-0A3546AB342A}"/>
              </a:ext>
            </a:extLst>
          </p:cNvPr>
          <p:cNvSpPr/>
          <p:nvPr/>
        </p:nvSpPr>
        <p:spPr>
          <a:xfrm>
            <a:off x="0" y="6374731"/>
            <a:ext cx="12192000" cy="48326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EC29797F-5E35-74A0-B248-7C709B673B11}"/>
              </a:ext>
            </a:extLst>
          </p:cNvPr>
          <p:cNvSpPr/>
          <p:nvPr/>
        </p:nvSpPr>
        <p:spPr>
          <a:xfrm>
            <a:off x="1924112" y="645634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OUTPUT  →  Risk Score (0–100)   |   Urgency Status: Normal / Needs Review / Urgent   |   Raw JSON for audit</a:t>
            </a:r>
            <a:endParaRPr lang="en-US" sz="1100" dirty="0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67B12630-1436-569B-86EC-4F6E01399DBE}"/>
              </a:ext>
            </a:extLst>
          </p:cNvPr>
          <p:cNvSpPr/>
          <p:nvPr/>
        </p:nvSpPr>
        <p:spPr>
          <a:xfrm>
            <a:off x="6868600" y="2831049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C10C1809-4DC5-7A29-9853-5C77C968C17D}"/>
              </a:ext>
            </a:extLst>
          </p:cNvPr>
          <p:cNvSpPr/>
          <p:nvPr/>
        </p:nvSpPr>
        <p:spPr>
          <a:xfrm>
            <a:off x="7078912" y="2785329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Sinus rhythm / arrhythmia</a:t>
            </a:r>
            <a:endParaRPr lang="en-US" sz="12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3EAF0449-D7B8-79C2-93C1-B5F46CA92ABC}"/>
              </a:ext>
            </a:extLst>
          </p:cNvPr>
          <p:cNvSpPr/>
          <p:nvPr/>
        </p:nvSpPr>
        <p:spPr>
          <a:xfrm>
            <a:off x="6868600" y="3306537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56EED195-0F68-3184-A11C-4FC88F3C17F6}"/>
              </a:ext>
            </a:extLst>
          </p:cNvPr>
          <p:cNvSpPr/>
          <p:nvPr/>
        </p:nvSpPr>
        <p:spPr>
          <a:xfrm>
            <a:off x="7078912" y="326081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AV conduction status</a:t>
            </a:r>
            <a:endParaRPr lang="en-US" sz="1200" dirty="0"/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A5119D9D-631F-45F5-DD56-C2917E6F2914}"/>
              </a:ext>
            </a:extLst>
          </p:cNvPr>
          <p:cNvSpPr/>
          <p:nvPr/>
        </p:nvSpPr>
        <p:spPr>
          <a:xfrm>
            <a:off x="6868600" y="3782025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427DB914-8FE3-7AD4-1EE5-28A0C876970E}"/>
              </a:ext>
            </a:extLst>
          </p:cNvPr>
          <p:cNvSpPr/>
          <p:nvPr/>
        </p:nvSpPr>
        <p:spPr>
          <a:xfrm>
            <a:off x="7078912" y="3736305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ST segment changes</a:t>
            </a:r>
            <a:endParaRPr lang="en-US" sz="1200" dirty="0"/>
          </a:p>
        </p:txBody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0FFAB818-AF19-8E5E-C5D6-F6973A3996AB}"/>
              </a:ext>
            </a:extLst>
          </p:cNvPr>
          <p:cNvSpPr/>
          <p:nvPr/>
        </p:nvSpPr>
        <p:spPr>
          <a:xfrm>
            <a:off x="6868600" y="4257513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5867270A-6D88-B933-8D4C-A5EB9033C46C}"/>
              </a:ext>
            </a:extLst>
          </p:cNvPr>
          <p:cNvSpPr/>
          <p:nvPr/>
        </p:nvSpPr>
        <p:spPr>
          <a:xfrm>
            <a:off x="7078912" y="4211793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Ventricular &amp; atrial ectopics</a:t>
            </a:r>
            <a:endParaRPr lang="en-US" sz="1200" dirty="0"/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BA925A81-DFA6-88EB-6B05-86618759841B}"/>
              </a:ext>
            </a:extLst>
          </p:cNvPr>
          <p:cNvSpPr/>
          <p:nvPr/>
        </p:nvSpPr>
        <p:spPr>
          <a:xfrm>
            <a:off x="6868600" y="4733001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0F734C07-1D70-6F44-6D61-1D83B60DA208}"/>
              </a:ext>
            </a:extLst>
          </p:cNvPr>
          <p:cNvSpPr/>
          <p:nvPr/>
        </p:nvSpPr>
        <p:spPr>
          <a:xfrm>
            <a:off x="7078912" y="468728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Atrial pause detection</a:t>
            </a:r>
            <a:endParaRPr lang="en-US" sz="120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B760CEB5-9C0B-DF64-15FE-001B778CC012}"/>
              </a:ext>
            </a:extLst>
          </p:cNvPr>
          <p:cNvSpPr/>
          <p:nvPr/>
        </p:nvSpPr>
        <p:spPr>
          <a:xfrm>
            <a:off x="1020306" y="2803354"/>
            <a:ext cx="118872" cy="1188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DACEB013-45E6-631E-43E2-D856A0DC78F1}"/>
              </a:ext>
            </a:extLst>
          </p:cNvPr>
          <p:cNvSpPr/>
          <p:nvPr/>
        </p:nvSpPr>
        <p:spPr>
          <a:xfrm>
            <a:off x="1221474" y="275763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Heart Rate (bpm)</a:t>
            </a:r>
            <a:endParaRPr lang="en-US" sz="120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8E245373-0556-D1A5-6697-7869A30B372B}"/>
              </a:ext>
            </a:extLst>
          </p:cNvPr>
          <p:cNvSpPr/>
          <p:nvPr/>
        </p:nvSpPr>
        <p:spPr>
          <a:xfrm>
            <a:off x="1020306" y="3278842"/>
            <a:ext cx="118872" cy="1188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6F77A78B-EA84-19A0-2424-6CD8B5BEFC03}"/>
              </a:ext>
            </a:extLst>
          </p:cNvPr>
          <p:cNvSpPr/>
          <p:nvPr/>
        </p:nvSpPr>
        <p:spPr>
          <a:xfrm>
            <a:off x="1221474" y="323312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 Interval (ms)</a:t>
            </a:r>
            <a:endParaRPr lang="en-US" sz="1200" dirty="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D12B23D0-065C-35B0-2655-D33CB6CAFBD5}"/>
              </a:ext>
            </a:extLst>
          </p:cNvPr>
          <p:cNvSpPr/>
          <p:nvPr/>
        </p:nvSpPr>
        <p:spPr>
          <a:xfrm>
            <a:off x="1020306" y="3754330"/>
            <a:ext cx="118872" cy="1188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FB7C612A-991E-52CC-7FC3-4A896D67900C}"/>
              </a:ext>
            </a:extLst>
          </p:cNvPr>
          <p:cNvSpPr/>
          <p:nvPr/>
        </p:nvSpPr>
        <p:spPr>
          <a:xfrm>
            <a:off x="1221474" y="370861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QRS Duration (ms)</a:t>
            </a:r>
            <a:endParaRPr lang="en-US" sz="12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3CB9BA4B-74E3-A9CE-A153-4BCCFE5ACB49}"/>
              </a:ext>
            </a:extLst>
          </p:cNvPr>
          <p:cNvSpPr/>
          <p:nvPr/>
        </p:nvSpPr>
        <p:spPr>
          <a:xfrm>
            <a:off x="1020306" y="4229818"/>
            <a:ext cx="118872" cy="1188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28AFFAC0-5E06-6CB6-1F62-48D6D9C6A516}"/>
              </a:ext>
            </a:extLst>
          </p:cNvPr>
          <p:cNvSpPr/>
          <p:nvPr/>
        </p:nvSpPr>
        <p:spPr>
          <a:xfrm>
            <a:off x="1221474" y="418409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QT / QTc Interval (ms)</a:t>
            </a:r>
            <a:endParaRPr lang="en-US" sz="12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066F6065-E831-DB04-0DC5-CABFD5DB22A1}"/>
              </a:ext>
            </a:extLst>
          </p:cNvPr>
          <p:cNvSpPr/>
          <p:nvPr/>
        </p:nvSpPr>
        <p:spPr>
          <a:xfrm>
            <a:off x="1020306" y="4705306"/>
            <a:ext cx="118872" cy="1188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033EE671-53E7-5148-F085-FEBE457B0BDF}"/>
              </a:ext>
            </a:extLst>
          </p:cNvPr>
          <p:cNvSpPr/>
          <p:nvPr/>
        </p:nvSpPr>
        <p:spPr>
          <a:xfrm>
            <a:off x="1221474" y="465958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Cardiac Axis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7271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414528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chemeClr val="bg1"/>
                </a:solidFill>
              </a:rPr>
              <a:t>TOOLS &amp; PACKAGES</a:t>
            </a:r>
            <a:endParaRPr lang="en-US" sz="3467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2011680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6720" y="2011680"/>
            <a:ext cx="73152" cy="1219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76" y="2157984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2626"/>
                </a:solidFill>
              </a:rPr>
              <a:t>Streamlit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46176" y="2596896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1E293B"/>
                </a:solidFill>
              </a:rPr>
              <a:t>Web interface &amp; UI rendering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6339840" y="2011680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39840" y="2011680"/>
            <a:ext cx="73152" cy="1219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9296" y="2157984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56DB"/>
                </a:solidFill>
              </a:rPr>
              <a:t>Google Gemini 2.5 Flash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559296" y="2596896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1E293B"/>
                </a:solidFill>
              </a:rPr>
              <a:t>Vision AI — text extraction + waveform analysis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426720" y="3450336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6720" y="3450336"/>
            <a:ext cx="73152" cy="1219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76" y="3596640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9488"/>
                </a:solidFill>
              </a:rPr>
              <a:t>PyMuPDF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646176" y="4035552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1E293B"/>
                </a:solidFill>
              </a:rPr>
              <a:t>PDF to high-resolution PNG conversion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6339840" y="3450336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39840" y="3450336"/>
            <a:ext cx="73152" cy="1219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9296" y="3596640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7C3AED"/>
                </a:solidFill>
              </a:rPr>
              <a:t>Pillow (PIL)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559296" y="4035552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1E293B"/>
                </a:solidFill>
              </a:rPr>
              <a:t>Image stitching &amp; processing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426720" y="4888992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6720" y="4888992"/>
            <a:ext cx="73152" cy="1219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176" y="5035296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97706"/>
                </a:solidFill>
              </a:rPr>
              <a:t>Python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646176" y="5474208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1E293B"/>
                </a:solidFill>
              </a:rPr>
              <a:t>Core application logic &amp; JSON validation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6339840" y="4888992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9840" y="4888992"/>
            <a:ext cx="73152" cy="1219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9296" y="5035296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6A34A"/>
                </a:solidFill>
              </a:rPr>
              <a:t>Streamlit Cloud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6559296" y="5474208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1E293B"/>
                </a:solidFill>
              </a:rPr>
              <a:t>Deployment &amp; secrets management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408" y="113080"/>
            <a:ext cx="10058400" cy="1325563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D0EE4-1102-1545-57C0-E29C60D38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96" y="1772816"/>
            <a:ext cx="4896544" cy="4318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C88A0D-C360-EDDA-2687-019C4BF5721D}"/>
              </a:ext>
            </a:extLst>
          </p:cNvPr>
          <p:cNvSpPr txBox="1"/>
          <p:nvPr/>
        </p:nvSpPr>
        <p:spPr>
          <a:xfrm>
            <a:off x="477180" y="2492896"/>
            <a:ext cx="64807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 FHIR API integration with hospital ECG machines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 EHR connection for patient history cross-reference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 Automated cardiologist alerting on STEMI detection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 Multi-turn conversational agent for follow-up queries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 Formula-based explainable risk scoring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 Audit trail for clinical compliance</a:t>
            </a:r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16x9</Template>
  <TotalTime>32</TotalTime>
  <Words>261</Words>
  <Application>Microsoft Macintosh PowerPoint</Application>
  <PresentationFormat>Widescreen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-apple-system</vt:lpstr>
      <vt:lpstr>Arial</vt:lpstr>
      <vt:lpstr>Franklin Gothic Medium</vt:lpstr>
      <vt:lpstr>Medical Design 16x9</vt:lpstr>
      <vt:lpstr>ECG AI ANALYSER AGENT </vt:lpstr>
      <vt:lpstr>WHY ECG AI ANALYSER AGENT?</vt:lpstr>
      <vt:lpstr>ARCHITECTURE &amp; WORKFLOW</vt:lpstr>
      <vt:lpstr>CLINICAL FINDINGS EXTRACTED </vt:lpstr>
      <vt:lpstr>PowerPoint Presentation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Aanandh Murugan</dc:creator>
  <cp:lastModifiedBy>Aanandh Murugan</cp:lastModifiedBy>
  <cp:revision>2</cp:revision>
  <dcterms:created xsi:type="dcterms:W3CDTF">2026-03-18T01:31:35Z</dcterms:created>
  <dcterms:modified xsi:type="dcterms:W3CDTF">2026-03-18T07:49:26Z</dcterms:modified>
</cp:coreProperties>
</file>